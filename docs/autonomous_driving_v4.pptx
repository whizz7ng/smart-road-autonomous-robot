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4" autoAdjust="0"/>
    <p:restoredTop sz="87316" autoAdjust="0"/>
  </p:normalViewPr>
  <p:slideViewPr>
    <p:cSldViewPr snapToGrid="0" snapToObjects="1">
      <p:cViewPr varScale="1">
        <p:scale>
          <a:sx n="122" d="100"/>
          <a:sy n="122" d="100"/>
        </p:scale>
        <p:origin x="354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Edge Layer (</a:t>
            </a:r>
            <a:r>
              <a:rPr lang="ko-KR" altLang="en-US" b="1" dirty="0" err="1" smtClean="0"/>
              <a:t>라즈베리파이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Serial Bridge Node: </a:t>
            </a:r>
            <a:r>
              <a:rPr lang="ko-KR" altLang="en-US" dirty="0" smtClean="0"/>
              <a:t>하드웨어 데이터를 </a:t>
            </a:r>
            <a:r>
              <a:rPr lang="en-US" altLang="ko-KR" dirty="0" smtClean="0"/>
              <a:t>ROS 2</a:t>
            </a:r>
            <a:r>
              <a:rPr lang="ko-KR" altLang="en-US" dirty="0" smtClean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AI Inference Node: YOLOv8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Control Node (FSM): </a:t>
            </a:r>
            <a:r>
              <a:rPr lang="ko-KR" altLang="en-US" dirty="0" smtClean="0"/>
              <a:t>모든 정보를 받아 주행 판단 내리는 핵심 노드</a:t>
            </a:r>
          </a:p>
          <a:p>
            <a:r>
              <a:rPr lang="en-US" altLang="ko-KR" b="1" dirty="0" smtClean="0"/>
              <a:t>ESP32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Sensor Node → UART → Serial Bridge: "ROS 2 </a:t>
            </a:r>
            <a:r>
              <a:rPr lang="ko-KR" altLang="en-US" dirty="0" smtClean="0"/>
              <a:t>밖의 유일한 통신 구간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Simulation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실물과 동일한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odom</a:t>
            </a:r>
            <a:r>
              <a:rPr lang="en-US" altLang="ko-KR" dirty="0" smtClean="0"/>
              <a:t>, /</a:t>
            </a:r>
            <a:r>
              <a:rPr lang="en-US" altLang="ko-KR" dirty="0" err="1" smtClean="0"/>
              <a:t>cmd_vel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토픽 사용 → </a:t>
            </a:r>
            <a:r>
              <a:rPr lang="en-US" altLang="ko-KR" dirty="0" smtClean="0"/>
              <a:t>"</a:t>
            </a:r>
            <a:r>
              <a:rPr lang="ko-KR" altLang="en-US" dirty="0" smtClean="0"/>
              <a:t>코드 수정 없이 실물 전환 가능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Management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Dashboard Node: C</a:t>
            </a:r>
            <a:r>
              <a:rPr lang="ko-KR" altLang="en-US" dirty="0" smtClean="0"/>
              <a:t>님이 직접 개발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 녹화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050" dirty="0"/>
          </a:p>
          <a:p>
            <a:pPr marL="0" indent="0">
              <a:buNone/>
            </a:pP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485" y="1490472"/>
            <a:ext cx="6194528" cy="358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 → behavior_selector → /cmd_vel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camera_node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53853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53853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538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867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86441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6441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2864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lane_detector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193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32896"/>
            <a:ext cx="1920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behavior_selector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머신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변환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0280" y="2571808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571808"/>
            <a:ext cx="182880" cy="70408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50016"/>
            <a:ext cx="45720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3275896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571808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1812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/image_raw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0520" y="1602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/traffic_light_info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msg)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0472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/lane_info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224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 30Hz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발행 주기 30Hz : 실시간성 확보 (33ms 이내 응답)  |  custom msg 채택 : 신호등 색상·신뢰도를 단일 메시지로 전달, 파싱 오버헤드 최소화  |  노드 분리 : 인식/제어 독립 실행 → 장애 격리</a:t>
            </a:r>
            <a:endParaRPr lang="en-US" sz="950" dirty="0"/>
          </a:p>
        </p:txBody>
      </p:sp>
      <p:sp>
        <p:nvSpPr>
          <p:cNvPr id="39" name="TextBox 38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39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①</a:t>
            </a:r>
            <a:endParaRPr lang="en-US" sz="2600" dirty="0"/>
          </a:p>
        </p:txBody>
      </p:sp>
      <p:sp>
        <p:nvSpPr>
          <p:cNvPr id="40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41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45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49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0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 공용 베이스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이미지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(arm64 smart-road-pi4)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빌드 및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Docker Hub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배포 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호스트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↔컨테이너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GUI(X11)·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네트워크 통신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CycloneDDS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(ROS_DOMAIN_ID=42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셋업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일괄 구동용 통합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구조 설계 및 공용 워크스페이스 뼈대 배포</a:t>
            </a:r>
          </a:p>
        </p:txBody>
      </p:sp>
      <p:sp>
        <p:nvSpPr>
          <p:cNvPr id="51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2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ESP32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시리얼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브릿지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센서 통합</a:t>
            </a: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RPi4 ↔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Waveshare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ESP32-WROOM-32 UART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통신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cmd_vel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모터 명령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엔코더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피드백 수신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패킷 규격 정의 및 송수신 라인 안정화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LD19 LiDAR(/dev/ttyUSB0, 230400 baud,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6Hz) </a:t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USB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디바이스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패스스루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및 토픽 스트리밍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BEST_EFFORT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대응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qos_profile_sensor_data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—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구독자 데이터 유실 방지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11"/>
          <p:cNvSpPr/>
          <p:nvPr/>
        </p:nvSpPr>
        <p:spPr>
          <a:xfrm>
            <a:off x="50292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라이다 </a:t>
            </a: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장애물 탐지 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16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②</a:t>
            </a:r>
            <a:endParaRPr lang="en-US" sz="2600" dirty="0"/>
          </a:p>
        </p:txBody>
      </p:sp>
      <p:sp>
        <p:nvSpPr>
          <p:cNvPr id="17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18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6"/>
          <p:cNvSpPr/>
          <p:nvPr/>
        </p:nvSpPr>
        <p:spPr>
          <a:xfrm>
            <a:off x="3051199" y="1463040"/>
            <a:ext cx="572704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7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2" name="Text 8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장애물 분류 모듈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obstacle_checker.py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15cm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 기반 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장애물 실시간 분류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ObstacleResult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(obstacle, dynamic, count, valid)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출력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FSM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분기에 전달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체인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odom→base_link→base_laser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AMCL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좌표 점 이동 추적으로  차량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이동분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상쇄 후 동적 판정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실측 검증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박스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움직이는 장애물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정상 분류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9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10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sliding-window(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deque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방식은 느린 장애물을 정적으로 흡수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셀 비면 즉시 리셋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교체해 해결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부재 시 안전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폴백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프레임 직접 계산으로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(dynamic=False, valid=False)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다중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rosbridge_websocket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프로세스가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~2.68GB RAM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점유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프리징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테스트 전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pkill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5" name="ezgif-8f6f5e2fc36ac03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5920" y="1463040"/>
            <a:ext cx="2045359" cy="201946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42" y="1490472"/>
            <a:ext cx="3673038" cy="19533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① - FSM 상태 다이어그램 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② - 모터 제어 구현 / 결과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세부 내용 ③ - 주행 실험 결과 / 수치 / 데모 영상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결과 / 스크린샷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2" y="3113010"/>
            <a:ext cx="1243036" cy="8223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18254"/>
            <a:ext cx="1184148" cy="7585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48" y="1904238"/>
            <a:ext cx="1207984" cy="78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60020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1645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2029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2212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15544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84708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12140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33756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3950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모터 제어 지연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5844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ESP32 모터 제어 명령 전달 시 100ms 이상 지연 발생 → 주행 불안정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시리얼 통신 버퍼 오버플로우 및 ROS 2 타이머 주기 충돌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통신 프로토콜 최적화 + 타이머 주기 재조정 → 지연 30ms 이내로 감소</a:t>
            </a:r>
            <a:endParaRPr lang="en-US" sz="950" dirty="0"/>
          </a:p>
        </p:txBody>
      </p:sp>
      <p:sp>
        <p:nvSpPr>
          <p:cNvPr id="27" name="TextBox 26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 smtClean="0"/>
              <a:t>연동</a:t>
            </a:r>
            <a:r>
              <a:rPr lang="en-US" altLang="ko-KR" sz="1000" dirty="0" smtClean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1680</Words>
  <Application>Microsoft Office PowerPoint</Application>
  <PresentationFormat>화면 슬라이드 쇼(16:9)</PresentationFormat>
  <Paragraphs>333</Paragraphs>
  <Slides>15</Slides>
  <Notes>15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13</cp:revision>
  <dcterms:created xsi:type="dcterms:W3CDTF">2026-06-08T06:11:46Z</dcterms:created>
  <dcterms:modified xsi:type="dcterms:W3CDTF">2026-06-08T08:29:27Z</dcterms:modified>
</cp:coreProperties>
</file>